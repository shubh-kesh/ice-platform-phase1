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morning. We are Sparkbuild, and this is how we will run our projects - every schedule, every site, every rupee and every conversation, in one place. Everything shown here is live, on a real project called Kashi Kunj in Jabalpur.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honest: how much of today's project status lives in spreadsheets and in people's heads? How often do you discover a material shortage the morning it's needed? That is the world we all know. Pause, let them nod, keep it short.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set one rule: one screen, one truth, alerts before problems. This is the platform that does that. Today we show it on one project - but the same screen manages every project we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project we'll walk through. Establish the cast now: the owner, the site supervisor, procurement, and the client. You will switch between them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Command Center: every project, with a health light. Kashi Kunj is amber today because we are 47% complete against 52% of the schedule. Nobody painted this colour - the data did.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Sixteen linked tasks, like the real plan. Internal Plaster was planned too early - the system caught it, shifted it, and alerted the team. Two tasks are overdue today, so everyone knows where to focus tomorrow.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supervisor's daily log: work done, weather, headcount, issues. Notice the note from a few days ago - cement running low. A small complaint the system turns into an actual alert.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material lines with live balances. Cement is at 25 bags, below its reorder level of 30, and the system raised the alarm by itself. Every bag sits on a ledger that cannot be edited - what the screen says is what the store 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Purchases run a real workflow. Five orders, five states - including one sitting on the owner's desk for approval, and one rejected because the rate was too high, with the reason recorded. Approvals belong to the owner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Budget 90 lakh, spent 32.98 lakh, remaining 57 lakh. That spent figure is not typed by anyone - it's the sum of the cost ledger, every rupee traceable to a labour line, a material line, or a supplier receipt. No hand-typed totals.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client sees a clean portal: progress, schedule, and their invoices. Two paid, one outstanding. They never see our internal costs or suppliers - and the system enforces that, not a promise.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 sees everything. Supervisor sees the site but no money. Procurement sees suppliers, orders and stock. Client sees progress and invoices. Access is enforced by the system - the wrong role is refused instantly and every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in plain words: what is low in stock - it answers. But when the assistant wants to change something, it must ask a human first. Watch: I'll ask it to create a task, it proposes, and I'll reject it so the project stays exactly as it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change is audited - who, what, when. Every alert you saw was raised by the system, not typed in. And this whole dataset can be reset and re-run identically: we rehearsed it this morning, and we can rebuild it for you tomorrow.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saw the full cycle on one project. The same Command Center runs every Sparkbuild site. We'd like to run a pilot on your live projects. Thank you - 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62500"/>
            <a:ext cx="12192000" cy="76200"/>
          </a:xfrm>
          <a:prstGeom prst="rect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668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</a:rPr>
              <a:t>Smarter Construction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33600"/>
            <a:ext cx="1066800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CFE3FF"/>
                </a:solidFill>
              </a:rPr>
              <a:t>Sparkbuild Construction  ·  Kashi Kunj, Jabalpur  ·  Live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124200"/>
            <a:ext cx="10668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</a:rPr>
              <a:t>One platform to run every project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</a:rPr>
              <a:t>Schedule · Site · Materials · Money · Communication</a:t>
            </a:r>
          </a:p>
        </p:txBody>
      </p:sp>
      <p:pic>
        <p:nvPicPr>
          <p:cNvPr id="7" name="Picture 6" descr="sparkbuil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80000"/>
            <a:ext cx="3121951" cy="120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250000"/>
            <a:ext cx="10668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FB4CC"/>
                </a:solidFill>
              </a:rPr>
              <a:t>Sparkbuild Construction  ·  www.sparkbuild.in  ·  Jabalpur, Madhya Pradesh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193800"/>
            <a:ext cx="2286000" cy="50800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20000"/>
            <a:ext cx="10668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The way construction usually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0000"/>
            <a:ext cx="10668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CFE3FF"/>
                </a:solidFill>
              </a:rPr>
              <a:t>Sound familiar?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00000"/>
            <a:ext cx="10668000" cy="4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Plans live in spreadsheets, progress lives in someone's head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Material shortages surface on the morning they're needed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Site photos travel by WhatsApp, costs are reconciled weeks later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The owner hears about delays after they happen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Result: lots of firefighting, very little control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20000"/>
            <a:ext cx="12192000" cy="53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80000"/>
            <a:ext cx="10668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FB4CC"/>
                </a:solidFill>
              </a:rPr>
              <a:t>Sparkbuild Construction  ·  Kashi Kunj, Jabalpur   (01/15)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193800"/>
            <a:ext cx="2286000" cy="50800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20000"/>
            <a:ext cx="10668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The way it should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0000"/>
            <a:ext cx="10668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CFE3FF"/>
                </a:solidFill>
              </a:rPr>
              <a:t>One dashboard for the whole company and every 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00000"/>
            <a:ext cx="10668000" cy="4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Every project's health at a glance - green, amber, red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One source of truth for schedule, site, materials and money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Alerts before small problems become big ones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20000"/>
            <a:ext cx="12192000" cy="53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80000"/>
            <a:ext cx="10668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FB4CC"/>
                </a:solidFill>
              </a:rPr>
              <a:t>Sparkbuild Construction  ·  Kashi Kunj, Jabalpur   (02/15)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193800"/>
            <a:ext cx="2286000" cy="50800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20000"/>
            <a:ext cx="10668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Meet Kashi Kunj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0000"/>
            <a:ext cx="10668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CFE3FF"/>
                </a:solidFill>
              </a:rPr>
              <a:t>Our demo project - a residential building in Jabalpur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00000"/>
            <a:ext cx="10668000" cy="4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47% built · budget ₹90 lakh · handover target Mar 2027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16 construction tasks · 8 daily site logs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10 material lines · 5 suppliers · 3 invoices issued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Four real users: Owner, Site Supervisor, Procurement, Client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20000"/>
            <a:ext cx="12192000" cy="53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80000"/>
            <a:ext cx="10668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FB4CC"/>
                </a:solidFill>
              </a:rPr>
              <a:t>Sparkbuild Construction  ·  Kashi Kunj, Jabalpur   (03/15)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193800"/>
            <a:ext cx="2286000" cy="50800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20000"/>
            <a:ext cx="10668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One screen, every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0000"/>
            <a:ext cx="10668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CFE3FF"/>
                </a:solidFill>
              </a:rPr>
              <a:t>The Command Center computes health from real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00000"/>
            <a:ext cx="10668000" cy="4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Kashi Kunj is AMBER today - and the system says why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Progress 47% vs 52% of the schedule elapsed (SPI 0.91)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2 of 16 tasks overdue - flagged for the team to act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No one picked that colour: the data did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20000"/>
            <a:ext cx="12192000" cy="53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80000"/>
            <a:ext cx="10668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FB4CC"/>
                </a:solidFill>
              </a:rPr>
              <a:t>Sparkbuild Construction  ·  Kashi Kunj, Jabalpur   (04/15)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193800"/>
            <a:ext cx="2286000" cy="50800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20000"/>
            <a:ext cx="10668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A schedule that thinks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0000"/>
            <a:ext cx="10668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CFE3FF"/>
                </a:solidFill>
              </a:rPr>
              <a:t>Linked tasks, automatic fixes, honest flags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00000"/>
            <a:ext cx="10668000" cy="4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16 tasks linked like a real construction plan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Plan one task too early? The system shifts it and tells the team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Today: 2 overdue tasks show exactly where to focus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20000"/>
            <a:ext cx="12192000" cy="53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80000"/>
            <a:ext cx="10668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FB4CC"/>
                </a:solidFill>
              </a:rPr>
              <a:t>Sparkbuild Construction  ·  Kashi Kunj, Jabalpur   (05/15)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193800"/>
            <a:ext cx="2286000" cy="50800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20000"/>
            <a:ext cx="10668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Every day on site, captured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0000"/>
            <a:ext cx="10668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CFE3FF"/>
                </a:solidFill>
              </a:rPr>
              <a:t>Daily logs that become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00000"/>
            <a:ext cx="10668000" cy="4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What was done, who was there, what was flagged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8 dated entries across the build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Recent log: "Cement stock running low at site"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A small note that becomes a real alert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20000"/>
            <a:ext cx="12192000" cy="53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80000"/>
            <a:ext cx="10668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FB4CC"/>
                </a:solidFill>
              </a:rPr>
              <a:t>Sparkbuild Construction  ·  Kashi Kunj, Jabalpur   (06/15)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193800"/>
            <a:ext cx="2286000" cy="50800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20000"/>
            <a:ext cx="10668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Materials without surprises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0000"/>
            <a:ext cx="10668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CFE3FF"/>
                </a:solidFill>
              </a:rPr>
              <a:t>Live stock, honest ledgers, automatic alerts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00000"/>
            <a:ext cx="10668000" cy="4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10 material lines with live balances and reorder levels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Cement is low today: 25 bags, reorder at 30 - alert raised by itself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Every bag sits on an unchangeable ledger: received, used, remaining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What the screen says is what the store really holds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20000"/>
            <a:ext cx="12192000" cy="53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80000"/>
            <a:ext cx="10668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FB4CC"/>
                </a:solidFill>
              </a:rPr>
              <a:t>Sparkbuild Construction  ·  Kashi Kunj, Jabalpur   (07/15)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193800"/>
            <a:ext cx="2286000" cy="50800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20000"/>
            <a:ext cx="10668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Buying with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0000"/>
            <a:ext cx="10668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CFE3FF"/>
                </a:solidFill>
              </a:rPr>
              <a:t>Purchase orders with a real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00000"/>
            <a:ext cx="10668000" cy="4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Draft → submitted → approved / rejected → received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Today: one received, one half-received, one approved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One waiting on the owner's desk - approve live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One rejected (rate too high) with the reason recorded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Approval is a decision, and it belongs to the owner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20000"/>
            <a:ext cx="12192000" cy="53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80000"/>
            <a:ext cx="10668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FB4CC"/>
                </a:solidFill>
              </a:rPr>
              <a:t>Sparkbuild Construction  ·  Kashi Kunj, Jabalpur   (08/15)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193800"/>
            <a:ext cx="2286000" cy="50800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20000"/>
            <a:ext cx="10668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Money you can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0000"/>
            <a:ext cx="10668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CFE3FF"/>
                </a:solidFill>
              </a:rPr>
              <a:t>The number on screen equals the cost ledger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00000"/>
            <a:ext cx="10668000" cy="4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Budget ₹90,00,000 · Spent ₹32,98,150 · Remaining ₹57,01,850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Every rupee traceable to labour, material, or a supplier receipt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Spent is derived from the ledger - never hand-typed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20000"/>
            <a:ext cx="12192000" cy="53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80000"/>
            <a:ext cx="10668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FB4CC"/>
                </a:solidFill>
              </a:rPr>
              <a:t>Sparkbuild Construction  ·  Kashi Kunj, Jabalpur   (09/15)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193800"/>
            <a:ext cx="2286000" cy="50800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20000"/>
            <a:ext cx="10668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Client confidence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0000"/>
            <a:ext cx="10668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CFE3FF"/>
                </a:solidFill>
              </a:rPr>
              <a:t>A clean portal, exactly what the client should see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00000"/>
            <a:ext cx="10668000" cy="4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Progress, schedule, and their invoices - nothing more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3 invoices issued: 2 paid, 1 outstanding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No internal costs, suppliers or stock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Enforced by the system, not by a promise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20000"/>
            <a:ext cx="12192000" cy="53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80000"/>
            <a:ext cx="10668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FB4CC"/>
                </a:solidFill>
              </a:rPr>
              <a:t>Sparkbuild Construction  ·  Kashi Kunj, Jabalpur   (10/15)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193800"/>
            <a:ext cx="2286000" cy="50800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20000"/>
            <a:ext cx="10668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The right view for the right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0000"/>
            <a:ext cx="10668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CFE3FF"/>
                </a:solidFill>
              </a:rPr>
              <a:t>Access that is verified, not assumed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00000"/>
            <a:ext cx="10668000" cy="4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Owner - everything, every project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Site Supervisor - their site, schedule, logs; no money figures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Procurement - suppliers, orders, stock, finance reads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Client - progress and invoices only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Wrong access is refused instantly, every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20000"/>
            <a:ext cx="12192000" cy="53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80000"/>
            <a:ext cx="10668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FB4CC"/>
                </a:solidFill>
              </a:rPr>
              <a:t>Sparkbuild Construction  ·  Kashi Kunj, Jabalpur   (11/15)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193800"/>
            <a:ext cx="2286000" cy="50800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20000"/>
            <a:ext cx="10668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AI that helps - with guardrails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0000"/>
            <a:ext cx="10668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CFE3FF"/>
                </a:solidFill>
              </a:rPr>
              <a:t>Ask in plain language; changes need a human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00000"/>
            <a:ext cx="10668000" cy="4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Ask: "What is low in stock?" - it answers from live data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Ask: "Show open purchase orders" - it opens them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Want it to change something? It must ask for approval first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Watch: we'll create a task live - and reject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20000"/>
            <a:ext cx="12192000" cy="53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80000"/>
            <a:ext cx="10668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FB4CC"/>
                </a:solidFill>
              </a:rPr>
              <a:t>Sparkbuild Construction  ·  Kashi Kunj, Jabalpur   (12/15)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193800"/>
            <a:ext cx="2286000" cy="50800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20000"/>
            <a:ext cx="10668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The proof is in the trail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0000"/>
            <a:ext cx="10668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CFE3FF"/>
                </a:solidFill>
              </a:rPr>
              <a:t>Audited, controlled, repeatable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00000"/>
            <a:ext cx="10668000" cy="4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Every change logged: who, what, when - nothing can be rewritten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Every alert raised by the system, not typed in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The same dataset can be reset and re-run identically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Rehearsed this morning - rebuildable for you tomorrow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20000"/>
            <a:ext cx="12192000" cy="53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80000"/>
            <a:ext cx="10668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FB4CC"/>
                </a:solidFill>
              </a:rPr>
              <a:t>Sparkbuild Construction  ·  Kashi Kunj, Jabalpur   (13/15)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80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193800"/>
            <a:ext cx="2286000" cy="50800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20000"/>
            <a:ext cx="10668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Let's build this for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60000"/>
            <a:ext cx="10668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CFE3FF"/>
                </a:solidFill>
              </a:rPr>
              <a:t>From one project to the whole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00000"/>
            <a:ext cx="10668000" cy="4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Today you saw the full cycle on one project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Tomorrow: every Sparkbuild project on the same Command Center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F2937"/>
                </a:solidFill>
              </a:rPr>
              <a:t>Thank you - questions welcome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20000"/>
            <a:ext cx="12192000" cy="53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80000"/>
            <a:ext cx="10668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FB4CC"/>
                </a:solidFill>
              </a:rPr>
              <a:t>Sparkbuild Construction  ·  Kashi Kunj, Jabalpur   (14/15)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